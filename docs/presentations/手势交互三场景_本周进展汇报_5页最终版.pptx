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e59042d5594de5" /><Relationship Type="http://schemas.openxmlformats.org/officeDocument/2006/relationships/extended-properties" Target="/docProps/app.xml" Id="Rbbc83135ac5c4b43" /><Relationship Type="http://schemas.openxmlformats.org/officeDocument/2006/relationships/officeDocument" Target="/ppt/presentation.xml" Id="R39b0cd35278c48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32720d23f4ffe"/>
  </p:sldMasterIdLst>
  <p:notesMasterIdLst>
    <p:notesMasterId xmlns:r="http://schemas.openxmlformats.org/officeDocument/2006/relationships" r:id="Ra8dba9e4e0ad4a14"/>
  </p:notesMasterIdLst>
  <p:sldIdLst>
    <p:sldId xmlns:r="http://schemas.openxmlformats.org/officeDocument/2006/relationships" id="256" r:id="R1c5fb594b40043be"/>
    <p:sldId xmlns:r="http://schemas.openxmlformats.org/officeDocument/2006/relationships" id="257" r:id="R0ae44fd9c13344ec"/>
    <p:sldId xmlns:r="http://schemas.openxmlformats.org/officeDocument/2006/relationships" id="258" r:id="Red1fb2395ca44807"/>
    <p:sldId xmlns:r="http://schemas.openxmlformats.org/officeDocument/2006/relationships" id="259" r:id="Ra4111296402b43c7"/>
    <p:sldId xmlns:r="http://schemas.openxmlformats.org/officeDocument/2006/relationships" id="260" r:id="Re4bea6b1ab4748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7047df35f443f" /><Relationship Type="http://schemas.openxmlformats.org/officeDocument/2006/relationships/slideMaster" Target="/ppt/slideMasters/slideMaster1.xml" Id="R6e432720d23f4ffe" /><Relationship Type="http://schemas.openxmlformats.org/officeDocument/2006/relationships/notesMaster" Target="/ppt/notesMasters/notesMaster1.xml" Id="Ra8dba9e4e0ad4a14" /><Relationship Type="http://schemas.openxmlformats.org/officeDocument/2006/relationships/presProps" Target="/ppt/presProps.xml" Id="Rd1a9b6e8cfe04f1f" /><Relationship Type="http://schemas.openxmlformats.org/officeDocument/2006/relationships/tableStyles" Target="/ppt/tableStyles.xml" Id="R8dfe96dfb7a34c43" /><Relationship Type="http://schemas.openxmlformats.org/officeDocument/2006/relationships/slide" Target="/ppt/slides/slide1.xml" Id="R1c5fb594b40043be" /><Relationship Type="http://schemas.openxmlformats.org/officeDocument/2006/relationships/slide" Target="/ppt/slides/slide2.xml" Id="R0ae44fd9c13344ec" /><Relationship Type="http://schemas.openxmlformats.org/officeDocument/2006/relationships/slide" Target="/ppt/slides/slide3.xml" Id="Red1fb2395ca44807" /><Relationship Type="http://schemas.openxmlformats.org/officeDocument/2006/relationships/slide" Target="/ppt/slides/slide4.xml" Id="Ra4111296402b43c7" /><Relationship Type="http://schemas.openxmlformats.org/officeDocument/2006/relationships/slide" Target="/ppt/slides/slide5.xml" Id="Re4bea6b1ab47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0f4fd167d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8385a3c4d44b2" /><Relationship Type="http://schemas.openxmlformats.org/officeDocument/2006/relationships/notesMaster" Target="/ppt/notesMasters/notesMaster1.xml" Id="Rac9c52626e47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fcaa44b254b3d" /><Relationship Type="http://schemas.openxmlformats.org/officeDocument/2006/relationships/notesMaster" Target="/ppt/notesMasters/notesMaster1.xml" Id="Rae52969aa452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8cf47e1804cc1" /><Relationship Type="http://schemas.openxmlformats.org/officeDocument/2006/relationships/notesMaster" Target="/ppt/notesMasters/notesMaster1.xml" Id="R60497986861840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73afb7d1f4d4d" /><Relationship Type="http://schemas.openxmlformats.org/officeDocument/2006/relationships/notesMaster" Target="/ppt/notesMasters/notesMaster1.xml" Id="R86e627b9a94f46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5a93904be2464c" /><Relationship Type="http://schemas.openxmlformats.org/officeDocument/2006/relationships/notesMaster" Target="/ppt/notesMasters/notesMaster1.xml" Id="Rf80aae5aab13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开场：本周重点从单纯识别手势，推进到三类交互场景的完整演示。</a:t>
            </a:r>
          </a:p>
          <a:p xmlns:a="http://schemas.openxmlformats.org/drawingml/2006/main">
            <a:r>
              <a:t>当前动作均在网页内模拟，尚未接入真实 MCP Server 或跨应用动作执行器。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/Users/zwj/Documents/project/hand-landmarker-demo/src/scenario-engine.js</a:t>
            </a:r>
          </a:p>
          <a:p xmlns:a="http://schemas.openxmlformats.org/drawingml/2006/main">
            <a:r>
              <a:t>/Users/zwj/Documents/project/hand-landmarker-demo/src/demo-view.js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本周新增场景状态机、触发防抖、动作冷却、超时退出和页面事件日志。</a:t>
            </a:r>
          </a:p>
          <a:p xmlns:a="http://schemas.openxmlformats.org/drawingml/2006/main">
            <a:r>
              <a:t>事件日志采用 MCP 风格的结构化事件名，但底层尚未接入 MCP 协议。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/Users/zwj/Documents/project/hand-landmarker-demo/src/app.js</a:t>
            </a:r>
          </a:p>
          <a:p xmlns:a="http://schemas.openxmlformats.org/drawingml/2006/main">
            <a:r>
              <a:t>/Users/zwj/Documents/project/hand-landmarker-demo/src/gesture-trigger.js</a:t>
            </a:r>
          </a:p>
          <a:p xmlns:a="http://schemas.openxmlformats.org/drawingml/2006/main">
            <a:r>
              <a:t>/Users/zwj/Documents/project/hand-landmarker-demo/src/scenario-engine.js</a:t>
            </a:r>
          </a:p>
          <a:p xmlns:a="http://schemas.openxmlformats.org/drawingml/2006/main">
            <a:r>
              <a:t>/Users/zwj/Documents/project/hand-landmarker-demo/tests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被动响应型适合确认和取消。用户唤醒型适合不方便说话或碰键盘的直播操作。持续监听型适合连续翻页。</a:t>
            </a:r>
          </a:p>
          <a:p xmlns:a="http://schemas.openxmlformats.org/drawingml/2006/main">
            <a:r>
              <a:t>三类场景复用同一套识别与稳定触发模块，只替换状态机和手势动作映射。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/Users/zwj/Documents/project/hand-landmarker-demo/src/scenario-engine.js</a:t>
            </a:r>
          </a:p>
          <a:p xmlns:a="http://schemas.openxmlformats.org/drawingml/2006/main">
            <a:r>
              <a:t>/Users/zwj/Documents/project/hand-landmarker-demo/src/demo-view.js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截图来自本地运行页面 http://127.0.0.1:8000/，摄像头未开启，展示三套场景的界面和动作映射。</a:t>
            </a:r>
          </a:p>
          <a:p xmlns:a="http://schemas.openxmlformats.org/drawingml/2006/main">
            <a:r>
              <a:t>当前动作在网页内模拟，并记录结构化事件名，便于后续接到真实执行层。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/Users/zwj/Documents/手部识别/.ppt-build/weekly-three-demo-report/assets/passive-crop.jpg</a:t>
            </a:r>
          </a:p>
          <a:p xmlns:a="http://schemas.openxmlformats.org/drawingml/2006/main">
            <a:r>
              <a:t>/Users/zwj/Documents/手部识别/.ppt-build/weekly-three-demo-report/assets/wake-crop.jpg</a:t>
            </a:r>
          </a:p>
          <a:p xmlns:a="http://schemas.openxmlformats.org/drawingml/2006/main">
            <a:r>
              <a:t>/Users/zwj/Documents/手部识别/.ppt-build/weekly-three-demo-report/assets/continuous-crop.jpg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性能环境：MacBook Air M4，24GB，macOS 26.2，1280×720 摄像头输入，本地 Chromium。</a:t>
            </a:r>
          </a:p>
          <a:p xmlns:a="http://schemas.openxmlformats.org/drawingml/2006/main">
            <a:r>
              <a:t>三轮各 120 帧并预热 10 帧。均值约 20.0 ms，P95 范围 20.3 至 30.3 ms，最大 43.9 ms。</a:t>
            </a:r>
          </a:p>
          <a:p xmlns:a="http://schemas.openxmlformats.org/drawingml/2006/main">
            <a:r>
              <a:t>CPU 全速识别均值 51.94%，Thumb Up 待机均值 15.99%，相对降低 69.2%。</a:t>
            </a:r>
          </a:p>
          <a:p xmlns:a="http://schemas.openxmlformats.org/drawingml/2006/main">
            <a:r>
              <a:t>内存为 Chromium 渲染进程近似值。30 秒仅是冒烟测试，不能替代长期稳定性测试。</a:t>
            </a:r>
          </a:p>
          <a:p xmlns:a="http://schemas.openxmlformats.org/drawingml/2006/main">
            <a:r>
              <a:t>尚未建立标注数据集，因此本周未给出准确率、误触发率和漏触发率。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/Users/zwj/Documents/project/hand-landmarker-demo/src/app.js</a:t>
            </a:r>
          </a:p>
          <a:p xmlns:a="http://schemas.openxmlformats.org/drawingml/2006/main">
            <a:r>
              <a:t>/Users/zwj/Documents/project/hand-landmarker-demo/src/gesture-trigger.js</a:t>
            </a:r>
          </a:p>
          <a:p xmlns:a="http://schemas.openxmlformats.org/drawingml/2006/main">
            <a:r>
              <a:t>/Users/zwj/Documents/project/hand-landmarker-demo/tests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feba40427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a3ece4b7347e4" /><Relationship Type="http://schemas.openxmlformats.org/officeDocument/2006/relationships/slideLayout" Target="/ppt/slideLayouts/slideLayout1.xml" Id="R731ed4062718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ed4062718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dc7b2d43c424e" /><Relationship Type="http://schemas.openxmlformats.org/officeDocument/2006/relationships/notesSlide" Target="/ppt/notesSlides/notesSlide1.xml" Id="R62a66568bf3e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f1f915ae94a3a" /><Relationship Type="http://schemas.openxmlformats.org/officeDocument/2006/relationships/notesSlide" Target="/ppt/notesSlides/notesSlide2.xml" Id="R1b540ceea931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3bc0273c14ed6" /><Relationship Type="http://schemas.openxmlformats.org/officeDocument/2006/relationships/notesSlide" Target="/ppt/notesSlides/notesSlide3.xml" Id="R0f6deb31f6b1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d191fb2cf4eb8" /><Relationship Type="http://schemas.openxmlformats.org/officeDocument/2006/relationships/image" Target="/ppt/media/image.jpeg" Id="R79ed0d37f4da4b36" /><Relationship Type="http://schemas.openxmlformats.org/officeDocument/2006/relationships/image" Target="/ppt/media/image2.jpeg" Id="R7130c9f4853347e2" /><Relationship Type="http://schemas.openxmlformats.org/officeDocument/2006/relationships/image" Target="/ppt/media/image3.jpeg" Id="Redec907e85ef4160" /><Relationship Type="http://schemas.openxmlformats.org/officeDocument/2006/relationships/notesSlide" Target="/ppt/notesSlides/notesSlide4.xml" Id="R60551e56011e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8db359a494d26" /><Relationship Type="http://schemas.openxmlformats.org/officeDocument/2006/relationships/notesSlide" Target="/ppt/notesSlides/notesSlide5.xml" Id="R9a5383ab5977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EC5C4-12F5-41B1-8205-EFA1B895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B877C-205F-4B6E-82EA-42279EA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47625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1A6A71"/>
              </a:gs>
              <a:gs pos="100000">
                <a:srgbClr val="071424"/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802EE-AA5D-4A1F-8E8D-E1624992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A35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8EC67-31A0-4673-8137-A640A4A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LOCAL · ON-DEVICE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DE683-E80C-4844-A410-5303A1FF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三类手势交互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C95BA-231E-4888-A859-744F1EE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本周设计与实现进展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D67A-95B3-48DF-AB25-8B4CFC4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被动响应型　用户唤醒型　持续监听型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31CEE-CB88-4EFC-B0F1-B106A5D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752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1E3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F42AB-BDAA-4AF1-A5EB-7513108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本周结论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4AF58-AB8E-4B2C-BAF5-1CAD2A5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三套场景已完成页面内动作闭环，可现场切换演示。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17592-55F8-41D5-9424-DD1DAC0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20193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D30"/>
          </a:solidFill>
          <a:ln xmlns:a="http://schemas.openxmlformats.org/drawingml/2006/main" w="9525">
            <a:solidFill>
              <a:srgbClr val="1E3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B57A6-C7F5-458E-9E5A-7C5FBC9F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8150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1A942-3D26-4712-B6FC-5D657659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339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可演示场景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3EDD2-C9C4-425E-A4E4-8090991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29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5ED54-4E56-44C1-9BD5-A556B734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816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8 类手势 · 21 点骨架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36141-6549-4C3D-B710-9A4D7C64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2059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1E006B-BA0C-497B-ADF6-418B31C4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9098-E18C-462A-9A2F-0AD07FB2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本周成果与实现链路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41682-B701-4F79-98EE-C875EAF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从识别结果到可控动作，增加稳定触发与场景状态管理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FAA8-8B0B-49C0-AA04-73C3F1E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AD838-100D-4936-9628-27197074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4F212-4B46-4AA4-A107-4D1C6D8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场景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47558-FE35-4022-BCCB-0BA82A12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09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5CECB-0929-428D-AC59-F2B2F8F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静态手势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0BB1-F16C-43CB-8932-A40E8BB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09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AFE19-D77F-4582-9717-C0D0F806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每手关键点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7AA4A-7DE7-4141-AEE6-E5608AF2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09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38 / 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A8267-E7AF-4ECF-83D9-2CBA1D8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自动测试通过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35BFA-5CC3-4E8B-B91B-E210A59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6460D-7222-402B-ACB6-9CDBA17F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943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70C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A423B-D6C1-43C2-BEF3-52BD1351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5143E-EEA1-49EA-AD99-46D6C0B0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视频帧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A0BBF-20BC-4628-828C-72B07293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43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F0ED1-C9D5-4E1D-9BD1-DF40D0A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AFE95-A4D0-4462-A8B1-2A6FE49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1943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7DFB4-9880-4ACF-9CFC-E2CB2FA1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MediaPipe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F4ABD-883B-41C6-AB33-1F319EE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48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21 点与手势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32F49-0B40-4C73-A88F-08DA226B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43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BD253-BD94-46CF-9B2D-8E70EC0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71F5E-BC40-4DDE-A90F-3D8E2C50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943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13B9A-324D-45D7-842F-EB65BED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稳定触发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09967-618B-4672-A556-BD51868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5 帧确认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970F4-5A17-4E58-91A1-5D197650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43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B178F-87B9-4F00-BE1F-3EA4EC58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7206C-8886-4C10-B12C-ABB31CD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1943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5D8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3E220-95A2-4084-8A90-C4489B39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场景状态机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C6A1E-8A27-4931-9828-E28670E5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唤醒与超时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4E57D-CC6C-4058-B60D-6DAC1D1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432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A2D736-2722-43B6-91E1-19C93A3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5D8C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5D8C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32A7D-007E-4C3A-B8AC-2B351F5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1943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7EE0A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790E13-ED44-40F6-8B66-82B508F5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页面动作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0A1E60-1D5A-455B-A10E-48348C03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事件日志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D84546-AA0C-4819-9AA0-CDD6DBD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8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A2630"/>
          </a:solidFill>
          <a:ln xmlns:a="http://schemas.openxmlformats.org/drawingml/2006/main" w="9525">
            <a:solidFill>
              <a:srgbClr val="1A5B5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6A4787-5AEC-4367-8E28-BD572474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63A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06809-5EDD-4B7D-BE65-044E0306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触发规则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164F71-2C54-47E4-9FC5-D2412BFF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置信度 ≥ 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3993A3-DE6B-4A4F-B7F2-9B28802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10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连续 5 帧保持同一手势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B7AC71-E6C7-4308-ABA9-36CC8CCE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动作后冷却 800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6BC34-238D-4493-8A68-D4C031CE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回到中性状态后重新触发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CD1078-8048-4869-AC4B-D07A525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目的：过滤单帧抖动，避免同一个手势连续执行多次。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F03DB4-CDD0-4AFC-BA68-4932C28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手势交互三场景｜本周进展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9BBD4B-8186-44F1-93B5-E95281A6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3599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BAF976-862C-4ADB-A03F-61CD4748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D214F-D9C1-4683-84B1-8C288B0E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三类场景设计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E2739-CD0B-4287-A9AB-284B472C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按谁发起、何时监听、如何退出区分交互模式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C6677-0BD1-44A6-B2A9-C9D5074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9207A-9C22-4EF8-A831-64A47F7E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333750" cy="46291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70C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6825A-C81B-42B1-BCD6-9C1026B9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70C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5F642-7ADF-4205-AB21-50920982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37FE-7C0F-4453-98FA-1465BE2B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被动响应型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323A9-8CA3-4C8D-BE48-443BA0E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AI 请求用户确认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8A1D7-EFAF-4413-A4FB-F6FD3A1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CE4E3-7F3B-41D9-BD58-C7F01E3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启动方式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ABFDC-90CC-414F-80B1-21A3A32F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电脑发起一次请求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8B8CF-1D19-426D-ADDB-E5BD98B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动作映射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C3834-F715-4414-97AE-8DC011BE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或 OK 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👎 取消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✋ 稍后处理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38AD8-8C75-46F8-833A-D393BA1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退出与回退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A8428-1554-4D73-AE5C-0C9E287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816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完成动作或 8 秒超时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9B889-0A37-40F0-9F18-BCBFB2E3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3333750" cy="46291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B268E-A4BA-43D1-AF9A-6BB5FC53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193DD-A956-4076-A812-D1012188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287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6B9B3-1E10-4432-B460-55C1A6F8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用户唤醒型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C4512-F431-44C9-935A-2922E20C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直播快捷控制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8011A-3F96-4E6B-8EC2-F7271AE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280B4-7643-45A8-8064-EE1190E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启动方式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CCCD0-3D56-463A-A169-77C2B26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待机约 5 FPS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持续 1 秒唤醒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02004-0ECE-4BDF-B1B8-DB0243F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动作映射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DB8C0-494D-4B69-A84F-66CF5B4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✌️ 切换素材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OK 商品卡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☝️ 关注提示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C51D0-2E17-4733-987F-E7E1A12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退出与回退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08E64-63A3-45B5-BFE8-F42AD64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816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✊ 返回待机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15 秒无操作退出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47445-81BE-40AB-BA5A-7A4C3D3E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90650"/>
            <a:ext cx="3333750" cy="46291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2278B-059D-42C6-A529-66F3F2EE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32C0D-4974-4494-A7E3-FE23312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287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14D44E-8234-4FAF-97E1-C20E93A0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持续监听型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6CE37-0851-470B-AE64-3E033FC9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文档或 PPT 翻页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886CE-B188-41F3-B0E6-A26A6A9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5EA8F-C877-4E64-8DC1-81C6BA3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启动方式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B03C2-FF1C-4C71-8F39-BA7730B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用户开启后持续识别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89DD77-035D-4F9E-937C-81B67F80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动作映射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01136A-A2D7-453A-8DB7-5516644C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下一页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👎 上一页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✋ 暂停或继续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FF396F-F1BA-4F38-BA3D-CD3623F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退出与回退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BD68BD-DDE0-4900-8D1F-F9B044A0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816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✊ 退出场景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B2456-C45A-4B94-A935-1F4EE15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手势交互三场景｜本周进展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966DC2-FDFA-45BE-9219-FBF5F24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3758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11E11-185F-4E0C-9A89-B62AD8A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81B3-8A9A-4045-AF7D-A036E2F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三个 Demo 的实现效果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2EBD-C8E0-4CC6-A073-FF9CABD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同一识别底座，按场景切换触发策略与动作映射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B481D-6F35-4D7E-A317-EEE53CD0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2B9D4-9A46-4B8F-9E74-4B547AC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70C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43B54-A172-429E-ABA7-CCE11646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192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4A46C-23F7-49D9-BD92-AFFE06C4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90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被动响应型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3BFFF-CC7A-4B91-94B0-F4BC9EA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382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AI 确认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d0d37f4da4b36"/>
          <a:srcRect xmlns:a="http://schemas.openxmlformats.org/drawingml/2006/main" l="0" t="8741" r="0" b="8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47850"/>
            <a:ext cx="3333750" cy="37338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D0262-B8BB-41CC-93BE-4DD5E5B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保存　👎 取消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CEB45-368E-4A8C-9A72-2BAB2E6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0970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64E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127FF-847E-46CB-9F5E-AC4BD10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192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FC7A0-4E46-4015-A3E0-F9549590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90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用户唤醒型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B67F6-692A-4FA2-AED6-6773AEA6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382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直播控制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0c9f4853347e2"/>
          <a:srcRect xmlns:a="http://schemas.openxmlformats.org/drawingml/2006/main" l="0" t="9920" r="0" b="9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847850"/>
            <a:ext cx="3333750" cy="37338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F2426-F385-4C0A-B2DB-FAAAC5A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唤醒　✌️ 切换素材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05240-2DA9-44EC-9D66-8AB7522E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38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DC56E-058F-4A3D-BE34-AC27E74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192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5C812-081A-43C5-80C2-8FC3790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90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持续监听型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D326B-D756-448C-9B2A-49E1CC7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4382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文档翻页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c907e85ef4160"/>
          <a:srcRect xmlns:a="http://schemas.openxmlformats.org/drawingml/2006/main" l="0" t="6837" r="0" b="6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847850"/>
            <a:ext cx="3333750" cy="37338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3C9E7-0BD0-4D3C-97C5-157F15DD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3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👍 下一页　✋ 暂停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9EA76-72CB-472B-9434-8DB2BC50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手势交互三场景｜本周进展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021E9-98EC-4BF7-8C64-DE95FCC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1241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8D5826-BFD1-484E-9235-BC0AFFF3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853E4-CDD1-4F3C-A281-CB908C72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实测结果与下一步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04DF5-F3A2-4CCF-94BB-0D972267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浏览器演示已完成，真实 MCP 与跨应用动作仍需开发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540E9-5CDB-487A-9A07-D49AB7AA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98E9-7E05-41A5-BC88-2036230B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约 20.0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7D579-AABB-4F17-9260-1E5C6E6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平均单帧推理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6727D-0019-4A67-8CF5-564B3C2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906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20.3 至 30.3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A181A-3FC7-4D10-91A6-06C48BB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三轮 P95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F3072-29BC-4957-A377-69D408BC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906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29.9 至 30.2 FPS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8A073-7D2F-42C8-9D8D-026CC9C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实际处理帧率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43D9D-3E24-476F-97E7-BDED2542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906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30 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03D62-A43E-4D8C-98CF-D6AF6C9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连续运行无业务报错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F930C-F7E5-4D9A-A287-F100CFE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3FF7E-A398-4EA4-9B5F-785387F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51244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1E3A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03C8C-34CD-4331-A601-8BB32802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资源占用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425A2-726B-4ADE-8657-0FB89E84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全速识别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93B44-DF57-4894-BF9B-F04A04A7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2DC0F-1213-4601-8241-57E7DBB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2476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960AE-F70E-45F8-9560-313686C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51.9%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484E3-5273-4A9A-BED9-0599A12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Thumb Up 待机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6377E-0658-464F-B0D7-CB15EA1A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671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3462D-62F3-439C-AE1A-5C76B20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67150"/>
            <a:ext cx="76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E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8F194-0AA0-4B81-A1AE-7C8EB6D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16.0%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EF742-DA57-486A-A30B-38A1A8A4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2F"/>
          </a:solidFill>
          <a:ln xmlns:a="http://schemas.openxmlformats.org/drawingml/2006/main" w="9525">
            <a:solidFill>
              <a:srgbClr val="7EE0A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8664B-954D-49DF-B66E-0F6D7866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CPU 降低 69.2%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16544-16C0-44FB-9FAE-19A15552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短测内存约增加 7.3 MiB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未发现持续增长趋势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8FAB3-F23A-4E71-9D24-9CD3883F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说明：macOS 100% 约等于占满一个逻辑核心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E0263-E32A-4F22-B37C-D4FE1998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67000"/>
            <a:ext cx="56959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A1E31"/>
          </a:solidFill>
          <a:ln xmlns:a="http://schemas.openxmlformats.org/drawingml/2006/main" w="9525">
            <a:solidFill>
              <a:srgbClr val="1E3A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6C1E0-E215-4D50-BB14-ABC6648B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下一步开发与验证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C3E5B7-E633-4D93-AD66-A203C42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C8FF"/>
          </a:solidFill>
          <a:ln xmlns:a="http://schemas.openxmlformats.org/drawingml/2006/main" w="0">
            <a:solidFill>
              <a:srgbClr val="70C8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49878-8821-479A-978B-9C2915F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真实 MCP 接入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ACCF8-41AC-4C56-8A87-EF3F1E3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提供会话控制、查询与配置工具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49817-56F6-4C58-98AC-2C7BB56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E1C3"/>
          </a:solidFill>
          <a:ln xmlns:a="http://schemas.openxmlformats.org/drawingml/2006/main" w="0">
            <a:solidFill>
              <a:srgbClr val="64E1C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471D1-7B61-4E67-9830-DB4C37C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本地动作执行器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78839-6869-4461-8049-8AAAE2D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连接快捷键、翻页和应用白名单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866A5-FA34-4ED5-B4CF-0A5C6CDB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825F8-3968-4907-B7AB-427A4274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准确性测试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E6FF8F-843D-4A09-902C-34FBB6D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建立标注集，统计误触发与漏触发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743539-D8F7-4198-9190-566FBA93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E0A3"/>
          </a:solidFill>
          <a:ln xmlns:a="http://schemas.openxmlformats.org/drawingml/2006/main" w="0">
            <a:solidFill>
              <a:srgbClr val="7EE0A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18765A-FD8D-47D0-9726-EE46A4C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长期稳定性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BF8879-2148-4C03-9327-7B438246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运行 1 小时以上，记录 CPU、内存和温升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D35C48-4770-4AA3-9666-AD64259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31F20"/>
          </a:solidFill>
          <a:ln xmlns:a="http://schemas.openxmlformats.org/drawingml/2006/main" w="9525">
            <a:solidFill>
              <a:srgbClr val="6D533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4535A6-E95A-41B2-81C1-5D4DE473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当前边界：MCP 风格事件日志只是接口预演，底层尚未使用 MCP 协议。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73DCA-7EB4-4341-BB35-E05D8249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手势交互三场景｜本周进展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CBCBD2-CFF3-45D0-96D8-50AA6019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9296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2026-09-07T06:56:29.9410000Z</dcterms:created>
  <dcterms:modified xsi:type="dcterms:W3CDTF">2026-09-07T06:56:29.9410000Z</dcterms:modified>
</coreProperties>
</file>